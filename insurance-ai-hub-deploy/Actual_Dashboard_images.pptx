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ihotri, Rakesh" userId="8dd44590-97b5-4aa1-98f2-be1463d72c91" providerId="ADAL" clId="{5C3C4490-F9DE-4D5F-98C8-97C272C52062}"/>
    <pc:docChg chg="addSld modSld">
      <pc:chgData name="Agnihotri, Rakesh" userId="8dd44590-97b5-4aa1-98f2-be1463d72c91" providerId="ADAL" clId="{5C3C4490-F9DE-4D5F-98C8-97C272C52062}" dt="2026-09-23T06:04:14.231" v="6" actId="14100"/>
      <pc:docMkLst>
        <pc:docMk/>
      </pc:docMkLst>
      <pc:sldChg chg="addSp modSp new mod">
        <pc:chgData name="Agnihotri, Rakesh" userId="8dd44590-97b5-4aa1-98f2-be1463d72c91" providerId="ADAL" clId="{5C3C4490-F9DE-4D5F-98C8-97C272C52062}" dt="2026-09-23T06:03:48.054" v="3" actId="14100"/>
        <pc:sldMkLst>
          <pc:docMk/>
          <pc:sldMk cId="679253734" sldId="267"/>
        </pc:sldMkLst>
        <pc:picChg chg="add mod">
          <ac:chgData name="Agnihotri, Rakesh" userId="8dd44590-97b5-4aa1-98f2-be1463d72c91" providerId="ADAL" clId="{5C3C4490-F9DE-4D5F-98C8-97C272C52062}" dt="2026-09-23T06:03:48.054" v="3" actId="14100"/>
          <ac:picMkLst>
            <pc:docMk/>
            <pc:sldMk cId="679253734" sldId="267"/>
            <ac:picMk id="3" creationId="{2ED33530-6E09-4E69-0791-9E5CF55CFE22}"/>
          </ac:picMkLst>
        </pc:picChg>
      </pc:sldChg>
      <pc:sldChg chg="addSp modSp new mod">
        <pc:chgData name="Agnihotri, Rakesh" userId="8dd44590-97b5-4aa1-98f2-be1463d72c91" providerId="ADAL" clId="{5C3C4490-F9DE-4D5F-98C8-97C272C52062}" dt="2026-09-23T06:04:14.231" v="6" actId="14100"/>
        <pc:sldMkLst>
          <pc:docMk/>
          <pc:sldMk cId="1448982207" sldId="268"/>
        </pc:sldMkLst>
        <pc:picChg chg="add mod">
          <ac:chgData name="Agnihotri, Rakesh" userId="8dd44590-97b5-4aa1-98f2-be1463d72c91" providerId="ADAL" clId="{5C3C4490-F9DE-4D5F-98C8-97C272C52062}" dt="2026-09-23T06:04:14.231" v="6" actId="14100"/>
          <ac:picMkLst>
            <pc:docMk/>
            <pc:sldMk cId="1448982207" sldId="268"/>
            <ac:picMk id="3" creationId="{206604D4-8AC5-52B0-F110-C217107F0EB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AD1F-EAD3-700D-A127-804118DE8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CFBDB-A008-D347-8D76-5378905E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164CF-A9F9-35E8-FFD1-B973AC58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4AA0-E64A-F079-1B8A-A2131B18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78424-91AD-DB51-EC5B-CD9418A3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07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23C7-582F-B6F2-49D9-694A51D6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FD0C-72BB-34A8-5E41-D0786550F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A7BE-A174-15F8-456F-57488963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0C9F6-5CFB-874A-7E6B-70F69BFF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531DB-3189-CB8D-D9F0-8D81B31C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87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025E-DE6D-F201-A71F-5E8DABF2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1DD0E-BC06-02BC-028E-865CA92D5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055DB-D6E6-BEEB-83FE-AE6E992E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2329-82CA-3D2C-5988-88CA7B9A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B38CB-6FE2-C161-6434-B2E37810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306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25AA-80A5-EC2E-6C1E-9DCF257B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6B0D1-3553-BA4E-DF13-2977CBAEB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016D3-797A-5CE7-9068-2AB6BEEE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4138-777D-B1C7-7D9D-51401303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00BA6-2227-DBE6-04CC-664BF5AA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A6337-B633-655A-16A4-C9603602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67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8A97-DF63-2379-0E9F-803605D9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6EFE1-9D1E-4CE6-C6AD-7253957DE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2611B-ABFB-B419-ED96-562492119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A7E49-0724-658F-C178-2248D1D85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02078-A699-E717-0616-6C5A45EEC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D1E34-C566-4313-BC76-396699939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D2192-9F0B-6CD6-475F-5DB0B23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63497-383C-B111-C9D6-52FF8B85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97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4138-3E03-6078-444C-39DF147D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8E8B3-0992-9AB2-F38B-81EF89C0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4986F-2CBE-4DA7-E68B-AB6642B3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52B71-97C9-A9E3-8268-8B3027BE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1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59BD21-E47C-2FB3-EF99-8294C12F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E2204-5C7E-9936-1996-3C61DFF8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D283-0627-02A7-3C52-D3E4C147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35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0FDF-9912-A96E-6DC8-6D082688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9BE41-336A-1433-06CC-E6866D2CF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DB3F1-7EF3-031D-EBEE-62D712682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9992E-9518-8DD2-C7EE-EF548747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38657-C386-3169-2595-FBE51B84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83025-BC2B-8CFE-5BC7-3BF8187B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18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689D-CB46-A029-E088-561B593A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EE7FF-17A6-AFDF-E8A5-D01E823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3E46A-6E92-F366-F161-33337BD2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FCB68-C731-5750-6B2E-66BBD240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19B75-58B8-F900-3286-8A92A4C6D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1481B-FF07-A7AB-1F0B-B459425B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94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5D60-03F9-E27A-4B73-5A85E8BB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1BBF5-0FD7-14E9-EC2F-F9F8106FC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F3D66-6F4C-2E32-F971-998B532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A15C6-6F87-53ED-105C-C57029ED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9D08A-C301-0C68-7DF0-95786ABB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2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06796-1DA2-4D0A-908B-E5B7B42E5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00773-E9FA-3A94-8C1B-9C50251E1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D7B00-021B-62A4-9A1F-1B363EC8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7F94D-C5F4-1E68-E417-28F7173C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6BCBA-F713-8A71-6746-970939F8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6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BBFB1-133C-2DC5-C920-CE748787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3AC4A-CBD2-558B-CCFA-DB0124FDB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914B9-BD49-43EB-C507-A401C8582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54331-3547-401C-8139-8D3FE1720A7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E0081-9667-9DC9-C578-BD1DA52C6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23B6-8136-2418-F782-25CBEBD3F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24883-8410-465F-BAEF-F9232AF43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7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6D47-3F1F-B252-627C-8ABDF3133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009E6-0FCF-022C-7069-785727CF7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E3059-9EEC-88E1-292F-81E9A8D5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8458"/>
            <a:ext cx="12084671" cy="613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6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F7D45E-73AA-FBF1-F71D-EA5B65A2E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571"/>
            <a:ext cx="12084671" cy="61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53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B8ED67-D4AA-3BCE-3CE9-DF29E0B30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674914"/>
            <a:ext cx="12084671" cy="618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2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E1EAAB-D0A8-3FC5-3235-742B41853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" y="809490"/>
            <a:ext cx="12078321" cy="60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4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EF464-EF68-D4F7-7A94-5959D3582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804954"/>
            <a:ext cx="12065620" cy="52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8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5F742-A046-59B1-DB02-7AE33F968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571"/>
            <a:ext cx="12103722" cy="60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5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553EC-82A8-3505-670D-262762434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809490"/>
            <a:ext cx="12122773" cy="60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36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B0068-3D21-9EE2-4628-C5AB1BE4C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" y="806314"/>
            <a:ext cx="12097372" cy="60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29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882E70-678A-1076-0973-C15AF4793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806314"/>
            <a:ext cx="12084671" cy="60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4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4F8AC-3658-C065-78C1-BB25D2843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" y="806314"/>
            <a:ext cx="12103722" cy="60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7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23697-649E-1487-6781-09E557440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815840"/>
            <a:ext cx="12084671" cy="60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03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33530-6E09-4E69-0791-9E5CF55CF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2" y="796789"/>
            <a:ext cx="11964015" cy="578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5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604D4-8AC5-52B0-F110-C217107F0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5" y="777738"/>
            <a:ext cx="12059270" cy="596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82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Agnihotri, Rakesh</dc:creator>
  <cp:lastModifiedBy>Agnihotri, Rakesh</cp:lastModifiedBy>
  <cp:revision>1</cp:revision>
  <dcterms:created xsi:type="dcterms:W3CDTF">2026-09-23T05:16:44Z</dcterms:created>
  <dcterms:modified xsi:type="dcterms:W3CDTF">2026-09-23T06:04:15Z</dcterms:modified>
</cp:coreProperties>
</file>